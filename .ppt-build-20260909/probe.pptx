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827d8555934752" /><Relationship Type="http://schemas.openxmlformats.org/officeDocument/2006/relationships/extended-properties" Target="/docProps/app.xml" Id="R56f8da5435a14fa9" /><Relationship Type="http://schemas.openxmlformats.org/officeDocument/2006/relationships/officeDocument" Target="/ppt/presentation.xml" Id="R2733477ceb3b4fb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ebcbbc6d3324b99"/>
  </p:sldMasterIdLst>
  <p:notesMasterIdLst>
    <p:notesMasterId xmlns:r="http://schemas.openxmlformats.org/officeDocument/2006/relationships" r:id="R122597d9d7bd4b17"/>
  </p:notesMasterIdLst>
  <p:sldIdLst>
    <p:sldId xmlns:r="http://schemas.openxmlformats.org/officeDocument/2006/relationships" id="256" r:id="Rc7b498cce8d24c77"/>
    <p:sldId xmlns:r="http://schemas.openxmlformats.org/officeDocument/2006/relationships" id="257" r:id="R75d8cf3412874247"/>
    <p:sldId xmlns:r="http://schemas.openxmlformats.org/officeDocument/2006/relationships" id="258" r:id="Rdc12728ee222459f"/>
    <p:sldId xmlns:r="http://schemas.openxmlformats.org/officeDocument/2006/relationships" id="259" r:id="Rcfa64ebe25c64e1c"/>
    <p:sldId xmlns:r="http://schemas.openxmlformats.org/officeDocument/2006/relationships" id="260" r:id="R68d4468a7e4c4354"/>
    <p:sldId xmlns:r="http://schemas.openxmlformats.org/officeDocument/2006/relationships" id="261" r:id="Rb928953f9d4442c4"/>
    <p:sldId xmlns:r="http://schemas.openxmlformats.org/officeDocument/2006/relationships" id="262" r:id="R36cf0735dbce4bf4"/>
    <p:sldId xmlns:r="http://schemas.openxmlformats.org/officeDocument/2006/relationships" id="263" r:id="R31398a1cca9340fe"/>
    <p:sldId xmlns:r="http://schemas.openxmlformats.org/officeDocument/2006/relationships" id="264" r:id="R628a9d5582e04aff"/>
    <p:sldId xmlns:r="http://schemas.openxmlformats.org/officeDocument/2006/relationships" id="265" r:id="R45d1b00337df4cd3"/>
    <p:sldId xmlns:r="http://schemas.openxmlformats.org/officeDocument/2006/relationships" id="266" r:id="Rc3f6d87da3a946fe"/>
    <p:sldId xmlns:r="http://schemas.openxmlformats.org/officeDocument/2006/relationships" id="267" r:id="R7f0e68bffb7e4c28"/>
    <p:sldId xmlns:r="http://schemas.openxmlformats.org/officeDocument/2006/relationships" id="268" r:id="Rc6aba62cd5aa4753"/>
    <p:sldId xmlns:r="http://schemas.openxmlformats.org/officeDocument/2006/relationships" id="269" r:id="R9be51e5beb164523"/>
    <p:sldId xmlns:r="http://schemas.openxmlformats.org/officeDocument/2006/relationships" id="270" r:id="Rb164d4e17e44450e"/>
    <p:sldId xmlns:r="http://schemas.openxmlformats.org/officeDocument/2006/relationships" id="271" r:id="R94a6c436380d4f71"/>
    <p:sldId xmlns:r="http://schemas.openxmlformats.org/officeDocument/2006/relationships" id="272" r:id="Rd4d323e9b4294d93"/>
    <p:sldId xmlns:r="http://schemas.openxmlformats.org/officeDocument/2006/relationships" id="273" r:id="Re6bdf4fc20b44207"/>
    <p:sldId xmlns:r="http://schemas.openxmlformats.org/officeDocument/2006/relationships" id="274" r:id="Rb8ff8f2388c44f9a"/>
    <p:sldId xmlns:r="http://schemas.openxmlformats.org/officeDocument/2006/relationships" id="275" r:id="Rcd4b9136899e407c"/>
    <p:sldId xmlns:r="http://schemas.openxmlformats.org/officeDocument/2006/relationships" id="276" r:id="R98e7052f41d64248"/>
    <p:sldId xmlns:r="http://schemas.openxmlformats.org/officeDocument/2006/relationships" id="277" r:id="R66109490582841b3"/>
    <p:sldId xmlns:r="http://schemas.openxmlformats.org/officeDocument/2006/relationships" id="278" r:id="Re30d012616b44658"/>
    <p:sldId xmlns:r="http://schemas.openxmlformats.org/officeDocument/2006/relationships" id="279" r:id="Ree1cb6fc97434f71"/>
  </p:sldIdLst>
  <p:sldSz cx="12192000" cy="6858000"/>
  <p:notesSz cx="6858000" cy="9144000"/>
  <p:embeddedFontLst>
    <p:embeddedFont>
      <p:font typeface="Inter"/>
      <p:regular xmlns:r="http://schemas.openxmlformats.org/officeDocument/2006/relationships" r:id="R0d1ff4d216474b9f"/>
      <p:bold xmlns:r="http://schemas.openxmlformats.org/officeDocument/2006/relationships" r:id="Rb904ed32d14f488f"/>
    </p:embeddedFont>
    <p:embeddedFont>
      <p:font typeface="Inter Medium"/>
      <p:regular xmlns:r="http://schemas.openxmlformats.org/officeDocument/2006/relationships" r:id="R55baa0a53ca54df2"/>
    </p:embeddedFont>
    <p:embeddedFont>
      <p:font typeface="Inter SemiBold"/>
      <p:regular xmlns:r="http://schemas.openxmlformats.org/officeDocument/2006/relationships" r:id="R197f40418bad4344"/>
      <p:bold xmlns:r="http://schemas.openxmlformats.org/officeDocument/2006/relationships" r:id="R5ff0515fda504318"/>
    </p:embeddedFont>
    <p:embeddedFont>
      <p:font typeface="OpenAI Sans"/>
      <p:regular xmlns:r="http://schemas.openxmlformats.org/officeDocument/2006/relationships" r:id="R411d2e595e6346ff"/>
      <p:bold xmlns:r="http://schemas.openxmlformats.org/officeDocument/2006/relationships" r:id="R15b85e83a57e4674"/>
      <p:italic xmlns:r="http://schemas.openxmlformats.org/officeDocument/2006/relationships" r:id="R499ea47be751477e"/>
      <p:boldItalic xmlns:r="http://schemas.openxmlformats.org/officeDocument/2006/relationships" r:id="Ra1864d0283224df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65d3aeaf7f4da6" /><Relationship Type="http://schemas.openxmlformats.org/officeDocument/2006/relationships/slideMaster" Target="/ppt/slideMasters/slideMaster1.xml" Id="Rdebcbbc6d3324b99" /><Relationship Type="http://schemas.openxmlformats.org/officeDocument/2006/relationships/notesMaster" Target="/ppt/notesMasters/notesMaster1.xml" Id="R122597d9d7bd4b17" /><Relationship Type="http://schemas.openxmlformats.org/officeDocument/2006/relationships/presProps" Target="/ppt/presProps.xml" Id="R80c0bc03e81c4a25" /><Relationship Type="http://schemas.openxmlformats.org/officeDocument/2006/relationships/viewProps" Target="/ppt/viewProps.xml" Id="R2de4e2dc818446ac" /><Relationship Type="http://schemas.openxmlformats.org/officeDocument/2006/relationships/tableStyles" Target="/ppt/tableStyles.xml" Id="R149cd7eee0a94ec1" /><Relationship Type="http://schemas.openxmlformats.org/officeDocument/2006/relationships/font" Target="/ppt/fonts/font.dat" Id="R0d1ff4d216474b9f" /><Relationship Type="http://schemas.openxmlformats.org/officeDocument/2006/relationships/font" Target="/ppt/fonts/font2.dat" Id="Rb904ed32d14f488f" /><Relationship Type="http://schemas.openxmlformats.org/officeDocument/2006/relationships/font" Target="/ppt/fonts/font3.dat" Id="R55baa0a53ca54df2" /><Relationship Type="http://schemas.openxmlformats.org/officeDocument/2006/relationships/font" Target="/ppt/fonts/font4.dat" Id="R197f40418bad4344" /><Relationship Type="http://schemas.openxmlformats.org/officeDocument/2006/relationships/font" Target="/ppt/fonts/font5.dat" Id="R5ff0515fda504318" /><Relationship Type="http://schemas.openxmlformats.org/officeDocument/2006/relationships/font" Target="/ppt/fonts/font6.dat" Id="R411d2e595e6346ff" /><Relationship Type="http://schemas.openxmlformats.org/officeDocument/2006/relationships/font" Target="/ppt/fonts/font7.dat" Id="R15b85e83a57e4674" /><Relationship Type="http://schemas.openxmlformats.org/officeDocument/2006/relationships/font" Target="/ppt/fonts/font8.dat" Id="R499ea47be751477e" /><Relationship Type="http://schemas.openxmlformats.org/officeDocument/2006/relationships/font" Target="/ppt/fonts/font9.dat" Id="Ra1864d0283224dfb" /><Relationship Type="http://schemas.openxmlformats.org/officeDocument/2006/relationships/slide" Target="/ppt/slides/slide1.xml" Id="Rc7b498cce8d24c77" /><Relationship Type="http://schemas.openxmlformats.org/officeDocument/2006/relationships/slide" Target="/ppt/slides/slide2.xml" Id="R75d8cf3412874247" /><Relationship Type="http://schemas.openxmlformats.org/officeDocument/2006/relationships/slide" Target="/ppt/slides/slide3.xml" Id="Rdc12728ee222459f" /><Relationship Type="http://schemas.openxmlformats.org/officeDocument/2006/relationships/slide" Target="/ppt/slides/slide4.xml" Id="Rcfa64ebe25c64e1c" /><Relationship Type="http://schemas.openxmlformats.org/officeDocument/2006/relationships/slide" Target="/ppt/slides/slide5.xml" Id="R68d4468a7e4c4354" /><Relationship Type="http://schemas.openxmlformats.org/officeDocument/2006/relationships/slide" Target="/ppt/slides/slide6.xml" Id="Rb928953f9d4442c4" /><Relationship Type="http://schemas.openxmlformats.org/officeDocument/2006/relationships/slide" Target="/ppt/slides/slide7.xml" Id="R36cf0735dbce4bf4" /><Relationship Type="http://schemas.openxmlformats.org/officeDocument/2006/relationships/slide" Target="/ppt/slides/slide8.xml" Id="R31398a1cca9340fe" /><Relationship Type="http://schemas.openxmlformats.org/officeDocument/2006/relationships/slide" Target="/ppt/slides/slide9.xml" Id="R628a9d5582e04aff" /><Relationship Type="http://schemas.openxmlformats.org/officeDocument/2006/relationships/slide" Target="/ppt/slides/slide10.xml" Id="R45d1b00337df4cd3" /><Relationship Type="http://schemas.openxmlformats.org/officeDocument/2006/relationships/slide" Target="/ppt/slides/slide11.xml" Id="Rc3f6d87da3a946fe" /><Relationship Type="http://schemas.openxmlformats.org/officeDocument/2006/relationships/slide" Target="/ppt/slides/slide12.xml" Id="R7f0e68bffb7e4c28" /><Relationship Type="http://schemas.openxmlformats.org/officeDocument/2006/relationships/slide" Target="/ppt/slides/slide13.xml" Id="Rc6aba62cd5aa4753" /><Relationship Type="http://schemas.openxmlformats.org/officeDocument/2006/relationships/slide" Target="/ppt/slides/slide14.xml" Id="R9be51e5beb164523" /><Relationship Type="http://schemas.openxmlformats.org/officeDocument/2006/relationships/slide" Target="/ppt/slides/slide15.xml" Id="Rb164d4e17e44450e" /><Relationship Type="http://schemas.openxmlformats.org/officeDocument/2006/relationships/slide" Target="/ppt/slides/slide16.xml" Id="R94a6c436380d4f71" /><Relationship Type="http://schemas.openxmlformats.org/officeDocument/2006/relationships/slide" Target="/ppt/slides/slide17.xml" Id="Rd4d323e9b4294d93" /><Relationship Type="http://schemas.openxmlformats.org/officeDocument/2006/relationships/slide" Target="/ppt/slides/slide18.xml" Id="Re6bdf4fc20b44207" /><Relationship Type="http://schemas.openxmlformats.org/officeDocument/2006/relationships/slide" Target="/ppt/slides/slide19.xml" Id="Rb8ff8f2388c44f9a" /><Relationship Type="http://schemas.openxmlformats.org/officeDocument/2006/relationships/slide" Target="/ppt/slides/slide20.xml" Id="Rcd4b9136899e407c" /><Relationship Type="http://schemas.openxmlformats.org/officeDocument/2006/relationships/slide" Target="/ppt/slides/slide21.xml" Id="R98e7052f41d64248" /><Relationship Type="http://schemas.openxmlformats.org/officeDocument/2006/relationships/slide" Target="/ppt/slides/slide22.xml" Id="R66109490582841b3" /><Relationship Type="http://schemas.openxmlformats.org/officeDocument/2006/relationships/slide" Target="/ppt/slides/slide23.xml" Id="Re30d012616b44658" /><Relationship Type="http://schemas.openxmlformats.org/officeDocument/2006/relationships/slide" Target="/ppt/slides/slide24.xml" Id="Ree1cb6fc9743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355cec6ea147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cafc0a10014707" /><Relationship Type="http://schemas.openxmlformats.org/officeDocument/2006/relationships/notesMaster" Target="/ppt/notesMasters/notesMaster1.xml" Id="Rf9dbf8876fcf47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a4a5a523d2438e" /><Relationship Type="http://schemas.openxmlformats.org/officeDocument/2006/relationships/notesMaster" Target="/ppt/notesMasters/notesMaster1.xml" Id="R73a8b30e8cd744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7a70ab994b4870" /><Relationship Type="http://schemas.openxmlformats.org/officeDocument/2006/relationships/notesMaster" Target="/ppt/notesMasters/notesMaster1.xml" Id="Rd763a464cf48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c599893e5b46ef" /><Relationship Type="http://schemas.openxmlformats.org/officeDocument/2006/relationships/notesMaster" Target="/ppt/notesMasters/notesMaster1.xml" Id="Rd6633ea662c04a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66451abec8461a" /><Relationship Type="http://schemas.openxmlformats.org/officeDocument/2006/relationships/notesMaster" Target="/ppt/notesMasters/notesMaster1.xml" Id="R9191498c263249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9fe09d1f634287" /><Relationship Type="http://schemas.openxmlformats.org/officeDocument/2006/relationships/notesMaster" Target="/ppt/notesMasters/notesMaster1.xml" Id="R453c0798489546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b898b6d5b94bff" /><Relationship Type="http://schemas.openxmlformats.org/officeDocument/2006/relationships/notesMaster" Target="/ppt/notesMasters/notesMaster1.xml" Id="R994ff40fd12341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13989475f24d66" /><Relationship Type="http://schemas.openxmlformats.org/officeDocument/2006/relationships/notesMaster" Target="/ppt/notesMasters/notesMaster1.xml" Id="R496e841cb77c4e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e97775ad7c4373" /><Relationship Type="http://schemas.openxmlformats.org/officeDocument/2006/relationships/notesMaster" Target="/ppt/notesMasters/notesMaster1.xml" Id="R484aab0cb1f944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f85a1968d148e6" /><Relationship Type="http://schemas.openxmlformats.org/officeDocument/2006/relationships/notesMaster" Target="/ppt/notesMasters/notesMaster1.xml" Id="R1281529df54540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e7c3891a2044c5" /><Relationship Type="http://schemas.openxmlformats.org/officeDocument/2006/relationships/notesMaster" Target="/ppt/notesMasters/notesMaster1.xml" Id="Rd81ce62489a649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1ec08002ee48d3" /><Relationship Type="http://schemas.openxmlformats.org/officeDocument/2006/relationships/notesMaster" Target="/ppt/notesMasters/notesMaster1.xml" Id="R6c0fae5a73c64b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b2567d55fa4987" /><Relationship Type="http://schemas.openxmlformats.org/officeDocument/2006/relationships/notesMaster" Target="/ppt/notesMasters/notesMaster1.xml" Id="Rdc05de381fe24f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966865ee25405f" /><Relationship Type="http://schemas.openxmlformats.org/officeDocument/2006/relationships/notesMaster" Target="/ppt/notesMasters/notesMaster1.xml" Id="Ra5459631d2a847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03eeeb5b574326" /><Relationship Type="http://schemas.openxmlformats.org/officeDocument/2006/relationships/notesMaster" Target="/ppt/notesMasters/notesMaster1.xml" Id="Rbd01b6f0a21548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2e81a113454e72" /><Relationship Type="http://schemas.openxmlformats.org/officeDocument/2006/relationships/notesMaster" Target="/ppt/notesMasters/notesMaster1.xml" Id="R3170109a9ef542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88f9853687420c" /><Relationship Type="http://schemas.openxmlformats.org/officeDocument/2006/relationships/notesMaster" Target="/ppt/notesMasters/notesMaster1.xml" Id="R85df1b89ad9448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255ed481914f90" /><Relationship Type="http://schemas.openxmlformats.org/officeDocument/2006/relationships/notesMaster" Target="/ppt/notesMasters/notesMaster1.xml" Id="Rf97407d4b56546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5013a3b6eff4127" /><Relationship Type="http://schemas.openxmlformats.org/officeDocument/2006/relationships/notesMaster" Target="/ppt/notesMasters/notesMaster1.xml" Id="R7227dbb6227c4e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5734fa42a147b9" /><Relationship Type="http://schemas.openxmlformats.org/officeDocument/2006/relationships/notesMaster" Target="/ppt/notesMasters/notesMaster1.xml" Id="R619103821ad145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97729995a9438e" /><Relationship Type="http://schemas.openxmlformats.org/officeDocument/2006/relationships/notesMaster" Target="/ppt/notesMasters/notesMaster1.xml" Id="R7caee47d67ea46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9a432117e34128" /><Relationship Type="http://schemas.openxmlformats.org/officeDocument/2006/relationships/notesMaster" Target="/ppt/notesMasters/notesMaster1.xml" Id="Rc260f861a982484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5b8beac85f4c4b" /><Relationship Type="http://schemas.openxmlformats.org/officeDocument/2006/relationships/notesMaster" Target="/ppt/notesMasters/notesMaster1.xml" Id="Rc246687e74a249d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0c86f87486439a" /><Relationship Type="http://schemas.openxmlformats.org/officeDocument/2006/relationships/notesMaster" Target="/ppt/notesMasters/notesMaster1.xml" Id="R62e830926afb49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97476815f41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0606ed7624f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ee6e971f846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313388ca14c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670471f1540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0466d778844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087a4bc54414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bde9cc8a74e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11a8fb2e54dc0" /><Relationship Type="http://schemas.openxmlformats.org/officeDocument/2006/relationships/image" Target="/ppt/media/image.png" Id="Rcd30a6e125db47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8d4004e5b4f97" /><Relationship Type="http://schemas.openxmlformats.org/officeDocument/2006/relationships/image" Target="/ppt/media/image2.png" Id="R05cbd6996eaf45f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cd30a6e125db479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05cbd6996eaf45f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662bd0196b41a3" /><Relationship Type="http://schemas.openxmlformats.org/officeDocument/2006/relationships/slideLayout" Target="/ppt/slideLayouts/slideLayout1.xml" Id="R055f64e9c4344997" /><Relationship Type="http://schemas.openxmlformats.org/officeDocument/2006/relationships/slideLayout" Target="/ppt/slideLayouts/slideLayout2.xml" Id="R564330ef05844889" /><Relationship Type="http://schemas.openxmlformats.org/officeDocument/2006/relationships/slideLayout" Target="/ppt/slideLayouts/slideLayout3.xml" Id="R7fc47bac3fb24510" /><Relationship Type="http://schemas.openxmlformats.org/officeDocument/2006/relationships/slideLayout" Target="/ppt/slideLayouts/slideLayout4.xml" Id="R2e0bfcf8ef604617" /><Relationship Type="http://schemas.openxmlformats.org/officeDocument/2006/relationships/slideLayout" Target="/ppt/slideLayouts/slideLayout5.xml" Id="R22b4c400b25a4964" /><Relationship Type="http://schemas.openxmlformats.org/officeDocument/2006/relationships/slideLayout" Target="/ppt/slideLayouts/slideLayout6.xml" Id="R46bd7f3e2e164b3f" /><Relationship Type="http://schemas.openxmlformats.org/officeDocument/2006/relationships/slideLayout" Target="/ppt/slideLayouts/slideLayout7.xml" Id="R6981f51776be4b8c" /><Relationship Type="http://schemas.openxmlformats.org/officeDocument/2006/relationships/slideLayout" Target="/ppt/slideLayouts/slideLayout8.xml" Id="Ra6bd16ecfb2c4292" /><Relationship Type="http://schemas.openxmlformats.org/officeDocument/2006/relationships/slideLayout" Target="/ppt/slideLayouts/slideLayout9.xml" Id="R83ceae7a36d243f2" /><Relationship Type="http://schemas.openxmlformats.org/officeDocument/2006/relationships/slideLayout" Target="/ppt/slideLayouts/slideLayout10.xml" Id="R9507e6699c09483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f64e9c4344997"/>
    <p:sldLayoutId xmlns:r="http://schemas.openxmlformats.org/officeDocument/2006/relationships" id="2147483650" r:id="R564330ef05844889"/>
    <p:sldLayoutId xmlns:r="http://schemas.openxmlformats.org/officeDocument/2006/relationships" id="2147483651" r:id="R7fc47bac3fb24510"/>
    <p:sldLayoutId xmlns:r="http://schemas.openxmlformats.org/officeDocument/2006/relationships" id="2147483652" r:id="R2e0bfcf8ef604617"/>
    <p:sldLayoutId xmlns:r="http://schemas.openxmlformats.org/officeDocument/2006/relationships" id="2147483653" r:id="R22b4c400b25a4964"/>
    <p:sldLayoutId xmlns:r="http://schemas.openxmlformats.org/officeDocument/2006/relationships" id="2147483654" r:id="R46bd7f3e2e164b3f"/>
    <p:sldLayoutId xmlns:r="http://schemas.openxmlformats.org/officeDocument/2006/relationships" id="2147483655" r:id="R6981f51776be4b8c"/>
    <p:sldLayoutId xmlns:r="http://schemas.openxmlformats.org/officeDocument/2006/relationships" id="2147483656" r:id="Ra6bd16ecfb2c4292"/>
    <p:sldLayoutId xmlns:r="http://schemas.openxmlformats.org/officeDocument/2006/relationships" id="2147483657" r:id="R83ceae7a36d243f2"/>
    <p:sldLayoutId xmlns:r="http://schemas.openxmlformats.org/officeDocument/2006/relationships" id="2147483658" r:id="R9507e6699c09483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8ac5da0104890" /><Relationship Type="http://schemas.openxmlformats.org/officeDocument/2006/relationships/image" Target="/ppt/media/image3.png" Id="R8f8ddbd622ba42b8" /><Relationship Type="http://schemas.openxmlformats.org/officeDocument/2006/relationships/notesSlide" Target="/ppt/notesSlides/notesSlide1.xml" Id="R669aa33ef031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df136a303444d6" /><Relationship Type="http://schemas.openxmlformats.org/officeDocument/2006/relationships/notesSlide" Target="/ppt/notesSlides/notesSlide2.xml" Id="R73fa7e998b0145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c12372a9b948f7" /><Relationship Type="http://schemas.openxmlformats.org/officeDocument/2006/relationships/image" Target="/ppt/media/image3.png" Id="Rd9486cd7a69d4b42" /><Relationship Type="http://schemas.openxmlformats.org/officeDocument/2006/relationships/image" Target="/ppt/media/image4.png" Id="Rc565662f96ea406d" /><Relationship Type="http://schemas.openxmlformats.org/officeDocument/2006/relationships/notesSlide" Target="/ppt/notesSlides/notesSlide3.xml" Id="Rffb39ae62da448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1efba8fea4c21" /><Relationship Type="http://schemas.openxmlformats.org/officeDocument/2006/relationships/notesSlide" Target="/ppt/notesSlides/notesSlide4.xml" Id="R58dfbb643c6447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83db9dd29d46b2" /><Relationship Type="http://schemas.openxmlformats.org/officeDocument/2006/relationships/image" Target="/ppt/media/image4.png" Id="Ree366caf4dbc43f9" /><Relationship Type="http://schemas.openxmlformats.org/officeDocument/2006/relationships/notesSlide" Target="/ppt/notesSlides/notesSlide5.xml" Id="Rad2546efab9d46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28421339ba4385" /><Relationship Type="http://schemas.openxmlformats.org/officeDocument/2006/relationships/image" Target="/ppt/media/image4.png" Id="Ra76c2b6a890d45fb" /><Relationship Type="http://schemas.openxmlformats.org/officeDocument/2006/relationships/notesSlide" Target="/ppt/notesSlides/notesSlide6.xml" Id="R9ddaac204a7843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fc9435e1b444de" /><Relationship Type="http://schemas.openxmlformats.org/officeDocument/2006/relationships/notesSlide" Target="/ppt/notesSlides/notesSlide7.xml" Id="R79e73423fe2c47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99167f99f4f36" /><Relationship Type="http://schemas.openxmlformats.org/officeDocument/2006/relationships/notesSlide" Target="/ppt/notesSlides/notesSlide8.xml" Id="Rf84e4d6544ad47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c3027417646fd" /><Relationship Type="http://schemas.openxmlformats.org/officeDocument/2006/relationships/notesSlide" Target="/ppt/notesSlides/notesSlide9.xml" Id="R94a69c3e42e04e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93cdab08b4fe7" /><Relationship Type="http://schemas.openxmlformats.org/officeDocument/2006/relationships/notesSlide" Target="/ppt/notesSlides/notesSlide10.xml" Id="R71352d21efc64f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e45dd80aac4260" /><Relationship Type="http://schemas.openxmlformats.org/officeDocument/2006/relationships/notesSlide" Target="/ppt/notesSlides/notesSlide11.xml" Id="R2e545f88a97344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b9aeee67c64a88" /><Relationship Type="http://schemas.openxmlformats.org/officeDocument/2006/relationships/chart" Target="/ppt/slides/charts/chart1.xml" Id="R2155f38da0654752" /><Relationship Type="http://schemas.openxmlformats.org/officeDocument/2006/relationships/notesSlide" Target="/ppt/notesSlides/notesSlide12.xml" Id="R4a4e0f7d5cf944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c142240e84d19" /><Relationship Type="http://schemas.openxmlformats.org/officeDocument/2006/relationships/notesSlide" Target="/ppt/notesSlides/notesSlide13.xml" Id="Rbea9b585532247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d557e4fc1e4dc4" /><Relationship Type="http://schemas.openxmlformats.org/officeDocument/2006/relationships/notesSlide" Target="/ppt/notesSlides/notesSlide14.xml" Id="R953f684bccbd48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082afb772334947" /><Relationship Type="http://schemas.openxmlformats.org/officeDocument/2006/relationships/notesSlide" Target="/ppt/notesSlides/notesSlide15.xml" Id="R3b028586222143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9f5b1c508c44c9" /><Relationship Type="http://schemas.openxmlformats.org/officeDocument/2006/relationships/chart" Target="/ppt/slides/charts/chart2.xml" Id="Ra2e63dae640444d1" /><Relationship Type="http://schemas.openxmlformats.org/officeDocument/2006/relationships/notesSlide" Target="/ppt/notesSlides/notesSlide16.xml" Id="R3f751b430d3e4d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bf9af1922614654" /><Relationship Type="http://schemas.openxmlformats.org/officeDocument/2006/relationships/image" Target="/ppt/media/image4.png" Id="Rcd74c5612cae401e" /><Relationship Type="http://schemas.openxmlformats.org/officeDocument/2006/relationships/notesSlide" Target="/ppt/notesSlides/notesSlide17.xml" Id="Rb34b38de163d42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9fe9531502458c" /><Relationship Type="http://schemas.openxmlformats.org/officeDocument/2006/relationships/image" Target="/ppt/media/image4.png" Id="R395a40d5b614432b" /><Relationship Type="http://schemas.openxmlformats.org/officeDocument/2006/relationships/notesSlide" Target="/ppt/notesSlides/notesSlide18.xml" Id="R8452bfe8f8c24b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93a56342574413b" /><Relationship Type="http://schemas.openxmlformats.org/officeDocument/2006/relationships/notesSlide" Target="/ppt/notesSlides/notesSlide19.xml" Id="R2ba0f2dbe7114a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b236210c74395" /><Relationship Type="http://schemas.openxmlformats.org/officeDocument/2006/relationships/notesSlide" Target="/ppt/notesSlides/notesSlide20.xml" Id="R9522aa8856dc40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3f01c0a164e7b" /><Relationship Type="http://schemas.openxmlformats.org/officeDocument/2006/relationships/notesSlide" Target="/ppt/notesSlides/notesSlide21.xml" Id="R547c69a35ec94c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31c70b0794ed2" /><Relationship Type="http://schemas.openxmlformats.org/officeDocument/2006/relationships/notesSlide" Target="/ppt/notesSlides/notesSlide22.xml" Id="Rc816894b22c443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ed4a9161b5742da" /><Relationship Type="http://schemas.openxmlformats.org/officeDocument/2006/relationships/notesSlide" Target="/ppt/notesSlides/notesSlide23.xml" Id="Raa0f7882fe834e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b4025e9d9458e" /><Relationship Type="http://schemas.openxmlformats.org/officeDocument/2006/relationships/image" Target="/ppt/media/image3.png" Id="R163b4b45e4a84e9d" /><Relationship Type="http://schemas.openxmlformats.org/officeDocument/2006/relationships/notesSlide" Target="/ppt/notesSlides/notesSlide24.xml" Id="R0fd1c709f49b4c1c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5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6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accent6"/>
              </a:solidFill>
              <a:ln xmlns:a="http://schemas.openxmlformats.org/drawingml/2006/main" w="9525">
                <a:solidFill>
                  <a:schemeClr val="accent6"/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noMultiLvlLbl val="0"/>
        <c:lblOffset val="10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5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accent5"/>
              </a:solidFill>
              <a:ln xmlns:a="http://schemas.openxmlformats.org/drawingml/2006/main" w="9525">
                <a:solidFill>
                  <a:schemeClr val="accent5"/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5">
                  <a:lumMod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accent5">
                  <a:lumMod val="50000"/>
                </a:schemeClr>
              </a:solidFill>
              <a:ln xmlns:a="http://schemas.openxmlformats.org/drawingml/2006/main" w="9525">
                <a:solidFill>
                  <a:schemeClr val="accent5">
                    <a:lumMod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Offset val="10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5004758608583646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Team onsite </a:t>
            </a:r>
            <a:br/>
            <a:r>
              <a:rPr sz="7200">
                <a:solidFill>
                  <a:schemeClr val="accent6">
                    <a:lumMod val="75000"/>
                  </a:schemeClr>
                </a:solidFill>
              </a:rPr>
              <a:t>and planning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August Team Onsite </a:t>
            </a:r>
          </a:p>
          <a:p xmlns:a="http://schemas.openxmlformats.org/drawingml/2006/main">
            <a:r>
              <a:rPr sz="1800"/>
              <a:t>San Francisco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ddbd622ba42b8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Today’s Agenda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one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two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three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four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five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six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86cd7a69d4b42"/>
          <a:srcRect xmlns:a="http://schemas.openxmlformats.org/drawingml/2006/main" l="3152" t="0" r="3152" b="0"/>
          <a:stretch xmlns:a="http://schemas.openxmlformats.org/drawingml/2006/main"/>
        </p:blipFill>
        <p:spPr>
          <a:xfrm xmlns:a="http://schemas.openxmlformats.org/drawingml/2006/main">
            <a:off x="7371258" y="0"/>
            <a:ext cx="4819284" cy="6858000"/>
          </a:xfrm>
          <a:prstGeom xmlns:a="http://schemas.openxmlformats.org/drawingml/2006/main" prst="rect">
            <a:avLst/>
          </a:prstGeom>
        </p:spPr>
      </p:pic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90E0952-CC7C-65FF-3A11-F59CB4DA85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5101769"/>
            <a:ext cx="2969986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Speaker Full Name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Speaker Title Role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9A2AEE7-A921-7DF3-9C82-C98AEFAE5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8674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Section divider slide with speakers</a:t>
            </a:r>
            <a:endParaRPr sz="4800"/>
          </a:p>
        </p:txBody>
      </p:sp>
      <p:pic>
        <p:nvPicPr>
          <p:cNvPr id="54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5662f96ea406d"/>
          <a:srcRect xmlns:a="http://schemas.openxmlformats.org/drawingml/2006/main" l="0" t="74249" r="80475" b="15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968" y="3891501"/>
            <a:ext cx="891133" cy="903819"/>
          </a:xfrm>
        </p:spPr>
      </p:pic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FB134F60-C9DC-84B1-04A3-F4DA7806169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1" name="Slide Number Placeholder 10">
            <a:extLst xmlns:a="http://schemas.openxmlformats.org/drawingml/2006/main">
              <a:ext uri="{FF2B5EF4-FFF2-40B4-BE49-F238E27FC236}">
                <a16:creationId xmlns:a16="http://schemas.microsoft.com/office/drawing/2014/main" id="{CF4DEF80-F13A-D843-314A-5472C1FBE0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3</a:t>
            </a:fld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B34DAA1-B334-0FFA-8EF7-9280350C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343" y="5101769"/>
            <a:ext cx="2969986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1800">
                <a:latin typeface="Inter"/>
                <a:ea typeface="Inter"/>
                <a:cs typeface="Inter"/>
              </a:rPr>
              <a:t>Speaker Full Name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1800">
                <a:latin typeface="Inter"/>
                <a:ea typeface="Inter"/>
                <a:cs typeface="Inter"/>
              </a:rPr>
              <a:t>Speaker Title Role</a:t>
            </a:r>
            <a:endParaRPr sz="1800">
              <a:latin typeface="Inter"/>
              <a:ea typeface="Inter"/>
              <a:cs typeface="Inter"/>
            </a:endParaRPr>
          </a:p>
        </p:txBody>
      </p:sp>
      <p:pic>
        <p:nvPicPr>
          <p:cNvPr id="54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5662f96ea406d"/>
          <a:srcRect xmlns:a="http://schemas.openxmlformats.org/drawingml/2006/main" l="0" t="74249" r="80475" b="15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9611" y="3891501"/>
            <a:ext cx="891133" cy="903819"/>
          </a:xfrm>
        </p:spPr>
      </p:pic>
    </p:spTree>
    <p:extLst>
      <p:ext uri="{BB962C8B-B14F-4D97-AF65-F5344CB8AC3E}">
        <p14:creationId xmlns:p14="http://schemas.microsoft.com/office/powerpoint/2010/main" val="1554495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Large message slides with two callouts. Lorem ipsum dolor sit </a:t>
            </a:r>
            <a:r>
              <a:rPr sz="4800"/>
              <a:t>amet</a:t>
            </a:r>
            <a:r>
              <a:rPr sz="4800"/>
              <a:t>, </a:t>
            </a:r>
            <a:r>
              <a:rPr sz="4800"/>
              <a:t>consectetur</a:t>
            </a:r>
            <a:r>
              <a:rPr sz="4800"/>
              <a:t> </a:t>
            </a:r>
            <a:r>
              <a:rPr sz="4800"/>
              <a:t>adipiscing</a:t>
            </a:r>
            <a:r>
              <a:rPr sz="4800"/>
              <a:t> </a:t>
            </a:r>
            <a:r>
              <a:rPr sz="4800"/>
              <a:t>elit</a:t>
            </a:r>
            <a:r>
              <a:rPr sz="4800"/>
              <a:t>. </a:t>
            </a:r>
            <a:r>
              <a:rPr sz="4800"/>
              <a:t>Pellentesque</a:t>
            </a:r>
            <a:r>
              <a:rPr sz="4800"/>
              <a:t> </a:t>
            </a:r>
            <a:r>
              <a:rPr sz="4800"/>
              <a:t>ultricies</a:t>
            </a:r>
            <a:r>
              <a:rPr sz="4800"/>
              <a:t> </a:t>
            </a:r>
            <a:r>
              <a:rPr sz="4800"/>
              <a:t>quam</a:t>
            </a:r>
            <a:r>
              <a:rPr sz="4800"/>
              <a:t> </a:t>
            </a:r>
            <a:br/>
            <a:r>
              <a:rPr sz="4800"/>
              <a:t>ut</a:t>
            </a:r>
            <a:r>
              <a:rPr sz="4800"/>
              <a:t> </a:t>
            </a:r>
            <a:r>
              <a:rPr sz="4800"/>
              <a:t>massa</a:t>
            </a:r>
            <a:r>
              <a:rPr sz="4800"/>
              <a:t> </a:t>
            </a:r>
            <a:r>
              <a:rPr sz="4800"/>
              <a:t>luctus</a:t>
            </a:r>
            <a:r>
              <a:rPr sz="4800"/>
              <a:t> cursus.  </a:t>
            </a:r>
            <a:endParaRPr sz="4800"/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latin typeface="Inter"/>
                <a:ea typeface="Inter"/>
                <a:cs typeface="Inter"/>
              </a:rPr>
              <a:t>amet</a:t>
            </a:r>
            <a:r>
              <a:rPr sz="1600">
                <a:latin typeface="Inter"/>
                <a:ea typeface="Inter"/>
                <a:cs typeface="Inter"/>
              </a:rPr>
              <a:t>, </a:t>
            </a:r>
            <a:r>
              <a:rPr sz="1600">
                <a:latin typeface="Inter"/>
                <a:ea typeface="Inter"/>
                <a:cs typeface="Inter"/>
              </a:rPr>
              <a:t>consectetur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adipiscing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elit</a:t>
            </a:r>
            <a:r>
              <a:rPr sz="1600">
                <a:latin typeface="Inter"/>
                <a:ea typeface="Inter"/>
                <a:cs typeface="Inter"/>
              </a:rPr>
              <a:t>. </a:t>
            </a:r>
            <a:r>
              <a:rPr sz="1600">
                <a:latin typeface="Inter"/>
                <a:ea typeface="Inter"/>
                <a:cs typeface="Inter"/>
              </a:rPr>
              <a:t>Pellentesque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ultricies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quam</a:t>
            </a:r>
            <a:r>
              <a:rPr sz="1600"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1C1C27E6-B24A-134D-A33B-2CE33CAE57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391498"/>
            <a:ext cx="5537200" cy="4602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Title here</a:t>
            </a:r>
            <a:endParaRPr sz="18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Lorem ipsum dolor sit </a:t>
            </a:r>
            <a:r>
              <a:rPr sz="1800">
                <a:latin typeface="Inter"/>
                <a:ea typeface="Inter"/>
                <a:cs typeface="Inter"/>
              </a:rPr>
              <a:t>amet</a:t>
            </a:r>
            <a:r>
              <a:rPr sz="1800">
                <a:latin typeface="Inter"/>
                <a:ea typeface="Inter"/>
                <a:cs typeface="Inter"/>
              </a:rPr>
              <a:t>, </a:t>
            </a:r>
            <a:r>
              <a:rPr sz="1800">
                <a:latin typeface="Inter"/>
                <a:ea typeface="Inter"/>
                <a:cs typeface="Inter"/>
              </a:rPr>
              <a:t>consectetur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adipiscing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elit</a:t>
            </a:r>
            <a:r>
              <a:rPr sz="1800">
                <a:latin typeface="Inter"/>
                <a:ea typeface="Inter"/>
                <a:cs typeface="Inter"/>
              </a:rPr>
              <a:t>. </a:t>
            </a:r>
            <a:r>
              <a:rPr sz="1800">
                <a:latin typeface="Inter"/>
                <a:ea typeface="Inter"/>
                <a:cs typeface="Inter"/>
              </a:rPr>
              <a:t>Pellentesque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ultricies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quam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ut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massa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luctus</a:t>
            </a:r>
            <a:r>
              <a:rPr sz="1800">
                <a:latin typeface="Inter"/>
                <a:ea typeface="Inter"/>
                <a:cs typeface="Inter"/>
              </a:rPr>
              <a:t> cursus. </a:t>
            </a:r>
            <a:r>
              <a:rPr sz="1800">
                <a:latin typeface="Inter"/>
                <a:ea typeface="Inter"/>
                <a:cs typeface="Inter"/>
              </a:rPr>
              <a:t>Nullam</a:t>
            </a:r>
            <a:r>
              <a:rPr sz="1800">
                <a:latin typeface="Inter"/>
                <a:ea typeface="Inter"/>
                <a:cs typeface="Inter"/>
              </a:rPr>
              <a:t> pharetra </a:t>
            </a:r>
            <a:r>
              <a:rPr sz="1800">
                <a:latin typeface="Inter"/>
                <a:ea typeface="Inter"/>
                <a:cs typeface="Inter"/>
              </a:rPr>
              <a:t>mauris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tortor</a:t>
            </a:r>
            <a:r>
              <a:rPr sz="1800">
                <a:latin typeface="Inter"/>
                <a:ea typeface="Inter"/>
                <a:cs typeface="Inter"/>
              </a:rPr>
              <a:t>. In hac </a:t>
            </a:r>
            <a:r>
              <a:rPr sz="1800">
                <a:latin typeface="Inter"/>
                <a:ea typeface="Inter"/>
                <a:cs typeface="Inter"/>
              </a:rPr>
              <a:t>habitasse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platea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dictumst</a:t>
            </a:r>
            <a:r>
              <a:rPr sz="1800">
                <a:latin typeface="Inter"/>
                <a:ea typeface="Inter"/>
                <a:cs typeface="Inter"/>
              </a:rPr>
              <a:t>. Proin </a:t>
            </a:r>
            <a:r>
              <a:rPr sz="1800">
                <a:latin typeface="Inter"/>
                <a:ea typeface="Inter"/>
                <a:cs typeface="Inter"/>
              </a:rPr>
              <a:t>mattis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nibh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risus</a:t>
            </a:r>
            <a:r>
              <a:rPr sz="1800">
                <a:latin typeface="Inter"/>
                <a:ea typeface="Inter"/>
                <a:cs typeface="Inter"/>
              </a:rPr>
              <a:t>. </a:t>
            </a:r>
            <a:r>
              <a:rPr sz="1800">
                <a:latin typeface="Inter"/>
                <a:ea typeface="Inter"/>
                <a:cs typeface="Inter"/>
              </a:rPr>
              <a:t>Nulla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tempor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ut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massa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elementum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dapibus</a:t>
            </a:r>
            <a:r>
              <a:rPr sz="1800">
                <a:latin typeface="Inter"/>
                <a:ea typeface="Inter"/>
                <a:cs typeface="Inter"/>
              </a:rPr>
              <a:t>. Nam non ante quis </a:t>
            </a:r>
            <a:r>
              <a:rPr sz="1800">
                <a:latin typeface="Inter"/>
                <a:ea typeface="Inter"/>
                <a:cs typeface="Inter"/>
              </a:rPr>
              <a:t>enim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fringilla</a:t>
            </a:r>
            <a:r>
              <a:rPr sz="1800">
                <a:latin typeface="Inter"/>
                <a:ea typeface="Inter"/>
                <a:cs typeface="Inter"/>
              </a:rPr>
              <a:t> tempus nec in </a:t>
            </a:r>
            <a:r>
              <a:rPr sz="1800">
                <a:latin typeface="Inter"/>
                <a:ea typeface="Inter"/>
                <a:cs typeface="Inter"/>
              </a:rPr>
              <a:t>lectus</a:t>
            </a:r>
            <a:r>
              <a:rPr sz="1800">
                <a:latin typeface="Inter"/>
                <a:ea typeface="Inter"/>
                <a:cs typeface="Inter"/>
              </a:rPr>
              <a:t>. In hac </a:t>
            </a:r>
            <a:r>
              <a:rPr sz="1800">
                <a:latin typeface="Inter"/>
                <a:ea typeface="Inter"/>
                <a:cs typeface="Inter"/>
              </a:rPr>
              <a:t>habitasse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platea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dictumst</a:t>
            </a:r>
            <a:r>
              <a:rPr sz="1800">
                <a:latin typeface="Inter"/>
                <a:ea typeface="Inter"/>
                <a:cs typeface="Inter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Lorem ipsum dolor sit </a:t>
            </a:r>
            <a:r>
              <a:rPr sz="1800">
                <a:latin typeface="Inter"/>
                <a:ea typeface="Inter"/>
                <a:cs typeface="Inter"/>
              </a:rPr>
              <a:t>amet</a:t>
            </a:r>
            <a:r>
              <a:rPr sz="1800">
                <a:latin typeface="Inter"/>
                <a:ea typeface="Inter"/>
                <a:cs typeface="Inter"/>
              </a:rPr>
              <a:t>, </a:t>
            </a:r>
            <a:r>
              <a:rPr sz="1800">
                <a:latin typeface="Inter"/>
                <a:ea typeface="Inter"/>
                <a:cs typeface="Inter"/>
              </a:rPr>
              <a:t>consectetur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adipiscing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elit</a:t>
            </a:r>
            <a:r>
              <a:rPr sz="1800">
                <a:latin typeface="Inter"/>
                <a:ea typeface="Inter"/>
                <a:cs typeface="Inter"/>
              </a:rPr>
              <a:t>. </a:t>
            </a:r>
            <a:r>
              <a:rPr sz="1800">
                <a:latin typeface="Inter"/>
                <a:ea typeface="Inter"/>
                <a:cs typeface="Inter"/>
              </a:rPr>
              <a:t>Pellentesque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ultricies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quam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ut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massa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luctus</a:t>
            </a:r>
            <a:r>
              <a:rPr sz="1800">
                <a:latin typeface="Inter"/>
                <a:ea typeface="Inter"/>
                <a:cs typeface="Inter"/>
              </a:rPr>
              <a:t> cursus. </a:t>
            </a:r>
            <a:r>
              <a:rPr sz="1800">
                <a:latin typeface="Inter"/>
                <a:ea typeface="Inter"/>
                <a:cs typeface="Inter"/>
              </a:rPr>
              <a:t>Nullam</a:t>
            </a:r>
            <a:r>
              <a:rPr sz="1800">
                <a:latin typeface="Inter"/>
                <a:ea typeface="Inter"/>
                <a:cs typeface="Inter"/>
              </a:rPr>
              <a:t> pharetra </a:t>
            </a:r>
            <a:r>
              <a:rPr sz="1800">
                <a:latin typeface="Inter"/>
                <a:ea typeface="Inter"/>
                <a:cs typeface="Inter"/>
              </a:rPr>
              <a:t>mauris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tortor</a:t>
            </a:r>
            <a:r>
              <a:rPr sz="1800">
                <a:latin typeface="Inter"/>
                <a:ea typeface="Inter"/>
                <a:cs typeface="Inter"/>
              </a:rPr>
              <a:t>. In hac </a:t>
            </a:r>
            <a:r>
              <a:rPr sz="1800">
                <a:latin typeface="Inter"/>
                <a:ea typeface="Inter"/>
                <a:cs typeface="Inter"/>
              </a:rPr>
              <a:t>habitasse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platea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dictumst</a:t>
            </a:r>
            <a:r>
              <a:rPr sz="1800">
                <a:latin typeface="Inter"/>
                <a:ea typeface="Inter"/>
                <a:cs typeface="Inter"/>
              </a:rPr>
              <a:t>. Proin </a:t>
            </a:r>
            <a:r>
              <a:rPr sz="1800">
                <a:latin typeface="Inter"/>
                <a:ea typeface="Inter"/>
                <a:cs typeface="Inter"/>
              </a:rPr>
              <a:t>mattis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nibh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risus</a:t>
            </a:r>
            <a:r>
              <a:rPr sz="1800">
                <a:latin typeface="Inter"/>
                <a:ea typeface="Inter"/>
                <a:cs typeface="Inter"/>
              </a:rPr>
              <a:t>. </a:t>
            </a:r>
            <a:r>
              <a:rPr sz="1800">
                <a:latin typeface="Inter"/>
                <a:ea typeface="Inter"/>
                <a:cs typeface="Inter"/>
              </a:rPr>
              <a:t>Nulla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tempor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ut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massa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elementum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dapibus</a:t>
            </a:r>
            <a:r>
              <a:rPr sz="1800">
                <a:latin typeface="Inter"/>
                <a:ea typeface="Inter"/>
                <a:cs typeface="Inter"/>
              </a:rPr>
              <a:t>. Nam non ante quis </a:t>
            </a:r>
            <a:r>
              <a:rPr sz="1800">
                <a:latin typeface="Inter"/>
                <a:ea typeface="Inter"/>
                <a:cs typeface="Inter"/>
              </a:rPr>
              <a:t>enim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fringilla</a:t>
            </a:r>
            <a:r>
              <a:rPr sz="1800">
                <a:latin typeface="Inter"/>
                <a:ea typeface="Inter"/>
                <a:cs typeface="Inter"/>
              </a:rPr>
              <a:t> tempus nec in </a:t>
            </a:r>
            <a:r>
              <a:rPr sz="1800">
                <a:latin typeface="Inter"/>
                <a:ea typeface="Inter"/>
                <a:cs typeface="Inter"/>
              </a:rPr>
              <a:t>lectus</a:t>
            </a:r>
            <a:r>
              <a:rPr sz="1800">
                <a:latin typeface="Inter"/>
                <a:ea typeface="Inter"/>
                <a:cs typeface="Inter"/>
              </a:rPr>
              <a:t>.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5529261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  <a:endParaRPr/>
          </a:p>
        </p:txBody>
      </p:sp>
      <p:pic>
        <p:nvPicPr>
          <p:cNvPr id="5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66caf4dbc43f9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latin typeface="Arial Unicode MS"/>
                <a:ea typeface="Arial Unicode MS"/>
                <a:cs typeface="Arial Unicode MS"/>
              </a:rPr>
              <a:t>Test no bullet 测试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column layout with image</a:t>
            </a:r>
            <a:endParaRPr/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pic>
        <p:nvPicPr>
          <p:cNvPr id="54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c2b6a890d45fb"/>
          <a:srcRect xmlns:a="http://schemas.openxmlformats.org/drawingml/2006/main" l="0" t="44704" r="0" b="179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396409"/>
            <a:ext cx="750348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Inter"/>
                <a:ea typeface="Inter"/>
                <a:cs typeface="Inter"/>
              </a:rPr>
              <a:t>Lorem ipsum dolor sit </a:t>
            </a:r>
            <a:r>
              <a:rPr>
                <a:latin typeface="Inter"/>
                <a:ea typeface="Inter"/>
                <a:cs typeface="Inter"/>
              </a:rPr>
              <a:t>amet</a:t>
            </a:r>
            <a:r>
              <a:rPr>
                <a:latin typeface="Inter"/>
                <a:ea typeface="Inter"/>
                <a:cs typeface="Inter"/>
              </a:rPr>
              <a:t>, </a:t>
            </a:r>
            <a:br/>
            <a:r>
              <a:rPr>
                <a:latin typeface="Inter"/>
                <a:ea typeface="Inter"/>
                <a:cs typeface="Inter"/>
              </a:rPr>
              <a:t>consectetur</a:t>
            </a:r>
            <a:r>
              <a:rPr>
                <a:latin typeface="Inter"/>
                <a:ea typeface="Inter"/>
                <a:cs typeface="Inter"/>
              </a:rPr>
              <a:t> </a:t>
            </a:r>
            <a:r>
              <a:rPr>
                <a:latin typeface="Inter"/>
                <a:ea typeface="Inter"/>
                <a:cs typeface="Inter"/>
              </a:rPr>
              <a:t>adipiscing</a:t>
            </a:r>
            <a:r>
              <a:rPr>
                <a:latin typeface="Inter"/>
                <a:ea typeface="Inter"/>
                <a:cs typeface="Inter"/>
              </a:rPr>
              <a:t> </a:t>
            </a:r>
            <a:r>
              <a:rPr>
                <a:latin typeface="Inter"/>
                <a:ea typeface="Inter"/>
                <a:cs typeface="Inter"/>
              </a:rPr>
              <a:t>elit</a:t>
            </a:r>
            <a:r>
              <a:rPr>
                <a:latin typeface="Inter"/>
                <a:ea typeface="Inter"/>
                <a:cs typeface="Inter"/>
              </a:rPr>
              <a:t> </a:t>
            </a: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column layout with checklist 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cursus.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Nullam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pharetra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mauris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tortor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In hac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habitasse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platea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dictumst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Proin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mattis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nibh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risus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Nulla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tempor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elementum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dapibus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Nam non ante quis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enim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fringilla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tempus nec in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lectus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In hac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habitasse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platea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dictumst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cursus.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Nullam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pharetra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mauris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tortor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In hac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habitasse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platea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dictumst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Proin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mattis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nibh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risus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Nulla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tempor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with two comparison cards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Topic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enim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fringilla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tempus nec 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latin typeface="Helvetica Neue"/>
                <a:ea typeface="Helvetica Neue"/>
                <a:cs typeface="Helvetica Neue"/>
              </a:rPr>
              <a:t> cursus. </a:t>
            </a:r>
            <a:endParaRPr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and data table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Topic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Column Label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Column Label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Column Label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Column Label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Column Label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and 2x2 card grid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Topic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points grid layout 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 ut massa luctus cursus. 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 ut massa luctus cursus. 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Chart with three cards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937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688632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8153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7646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graphicFrame>
        <p:nvGraphicFramePr>
          <p:cNvPr id="543" name="Chart 3"/>
          <p:cNvGraphicFramePr/>
          <p:nvPr/>
        </p:nvGraphicFramePr>
        <p:xfrm>
          <a:off xmlns:a="http://schemas.openxmlformats.org/drawingml/2006/main" x="408690" y="1054100"/>
          <a:ext xmlns:a="http://schemas.openxmlformats.org/drawingml/2006/main" cx="5124182" cy="545200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55f38da0654752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with four topics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Quam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with three text only milestones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BCE0023-EAF6-DE56-0E1C-82DBB43BC5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5790568"/>
            <a:ext cx="2595934" cy="2082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15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with three card milestones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32BEE64C-6563-1BB7-A623-639AFDE65B9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5790568"/>
            <a:ext cx="2595934" cy="2082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DFD0C1C-1304-91F0-2C04-3F5E112B7B4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5790568"/>
            <a:ext cx="2595934" cy="2082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cxnSp>
        <p:nvCxnSpPr>
          <p:cNvPr id="31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 ut massa luctus cursus. Nullam pharetra mauris tortor. In hac habitasse platea dictumst. 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 ut massa luctus cursus. Nullam pharetra mauris tortor. In hac habitasse platea dictumst. </a:t>
            </a: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16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6973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Line chart with two stat callout cards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amet, consectetur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amet, consectetur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graphicFrame>
        <p:nvGraphicFramePr>
          <p:cNvPr id="54" name="Chart 2"/>
          <p:cNvGraphicFramePr/>
          <p:nvPr/>
        </p:nvGraphicFramePr>
        <p:xfrm>
          <a:off xmlns:a="http://schemas.openxmlformats.org/drawingml/2006/main" x="385834" y="1254715"/>
          <a:ext xmlns:a="http://schemas.openxmlformats.org/drawingml/2006/main" cx="5534180" cy="52592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e63dae640444d1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B4069B76-F483-69FE-5E50-3A7313DC6D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Title here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latin typeface="Inter"/>
                <a:ea typeface="Inter"/>
                <a:cs typeface="Inter"/>
              </a:rPr>
              <a:t>amet</a:t>
            </a:r>
            <a:r>
              <a:rPr sz="1600">
                <a:latin typeface="Inter"/>
                <a:ea typeface="Inter"/>
                <a:cs typeface="Inter"/>
              </a:rPr>
              <a:t>, </a:t>
            </a:r>
            <a:r>
              <a:rPr sz="1600">
                <a:latin typeface="Inter"/>
                <a:ea typeface="Inter"/>
                <a:cs typeface="Inter"/>
              </a:rPr>
              <a:t>consectetur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adipiscing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elit</a:t>
            </a:r>
            <a:r>
              <a:rPr sz="1600">
                <a:latin typeface="Inter"/>
                <a:ea typeface="Inter"/>
                <a:cs typeface="Inter"/>
              </a:rPr>
              <a:t>. </a:t>
            </a:r>
            <a:r>
              <a:rPr sz="1600">
                <a:latin typeface="Inter"/>
                <a:ea typeface="Inter"/>
                <a:cs typeface="Inter"/>
              </a:rPr>
              <a:t>Pellentesque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ultricies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quam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ut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massa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luctus</a:t>
            </a:r>
            <a:r>
              <a:rPr sz="1600">
                <a:latin typeface="Inter"/>
                <a:ea typeface="Inter"/>
                <a:cs typeface="Inter"/>
              </a:rPr>
              <a:t> cursus. </a:t>
            </a:r>
            <a:r>
              <a:rPr sz="1600">
                <a:latin typeface="Inter"/>
                <a:ea typeface="Inter"/>
                <a:cs typeface="Inter"/>
              </a:rPr>
              <a:t>Nullam</a:t>
            </a:r>
            <a:r>
              <a:rPr sz="1600">
                <a:latin typeface="Inter"/>
                <a:ea typeface="Inter"/>
                <a:cs typeface="Inter"/>
              </a:rPr>
              <a:t> pharetra </a:t>
            </a:r>
            <a:r>
              <a:rPr sz="1600">
                <a:latin typeface="Inter"/>
                <a:ea typeface="Inter"/>
                <a:cs typeface="Inter"/>
              </a:rPr>
              <a:t>mauris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tortor</a:t>
            </a:r>
            <a:r>
              <a:rPr sz="1600">
                <a:latin typeface="Inter"/>
                <a:ea typeface="Inter"/>
                <a:cs typeface="Inter"/>
              </a:rPr>
              <a:t>. In hac </a:t>
            </a:r>
            <a:r>
              <a:rPr sz="1600">
                <a:latin typeface="Inter"/>
                <a:ea typeface="Inter"/>
                <a:cs typeface="Inter"/>
              </a:rPr>
              <a:t>habitasse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platea</a:t>
            </a:r>
            <a:r>
              <a:rPr sz="1600">
                <a:latin typeface="Inter"/>
                <a:ea typeface="Inter"/>
                <a:cs typeface="Inter"/>
              </a:rPr>
              <a:t>. 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42C7FCC-86E7-F5EC-CF92-EC13CA3E8A9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17</a:t>
            </a:fld>
            <a:endParaRPr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408DEBE-7CF4-03DE-7F3D-886627F115F6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cursus.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Nullam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pharetra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mauris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tortor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In hac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habitasse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platea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57F93-C3C2-23D6-9524-2C2ACDCF6D75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cursus.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Nullam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pharetra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mauris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tortor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In hac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habitasse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platea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</a:p>
          <a:p xmlns:a="http://schemas.openxmlformats.org/drawingml/2006/main">
            <a:pPr marL="0" indent="0">
              <a:buNone/>
            </a:pP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4BDA96D-2BD4-0A74-3D12-0FFADFFA3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column layout with images</a:t>
            </a:r>
            <a:endParaRPr/>
          </a:p>
        </p:txBody>
      </p:sp>
      <p:pic>
        <p:nvPicPr>
          <p:cNvPr id="54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4c5612cae401e"/>
          <a:srcRect xmlns:a="http://schemas.openxmlformats.org/drawingml/2006/main" l="5428" t="29168" r="33478" b="50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700" y="1384299"/>
            <a:ext cx="3578727" cy="2324099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pic>
        <p:nvPicPr>
          <p:cNvPr id="54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4c5612cae401e"/>
          <a:srcRect xmlns:a="http://schemas.openxmlformats.org/drawingml/2006/main" l="5428" t="29168" r="33478" b="50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964" y="1384299"/>
            <a:ext cx="3578727" cy="2324099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pic>
        <p:nvPicPr>
          <p:cNvPr id="54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4c5612cae401e"/>
          <a:srcRect xmlns:a="http://schemas.openxmlformats.org/drawingml/2006/main" l="5428" t="29168" r="33478" b="50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8290" y="1384299"/>
            <a:ext cx="3578727" cy="2324099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sp>
        <p:nvSpPr>
          <p:cNvPr id="14" name="Footer Placeholder 13">
            <a:extLst xmlns:a="http://schemas.openxmlformats.org/drawingml/2006/main">
              <a:ext uri="{FF2B5EF4-FFF2-40B4-BE49-F238E27FC236}">
                <a16:creationId xmlns:a16="http://schemas.microsoft.com/office/drawing/2014/main" id="{6A97BA39-A4A0-86E1-DC4D-EC4DAE78E8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753620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ECB8632-1E9B-93EF-6B4C-24920B9FEC0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947920"/>
            <a:ext cx="2595934" cy="10464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99F78DC-6ABF-5CDA-EEA9-835E17C9EA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18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1749045-A895-0C17-040D-B1679D2824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6014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column layout with images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DDC2A56-FD2D-9F2F-B3C6-ACBF0A9C757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0244" y="4947920"/>
            <a:ext cx="2600656" cy="10464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F30CA603-E888-601F-8A30-9977C0A4441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947920"/>
            <a:ext cx="2595934" cy="10464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484D5916-C818-1EA5-EC33-3EEB06C8811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0957" y="4947920"/>
            <a:ext cx="2600656" cy="10464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a40d5b614432b"/>
          <a:srcRect xmlns:a="http://schemas.openxmlformats.org/drawingml/2006/main" l="5428" t="29169" r="50494" b="42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700" y="1384300"/>
            <a:ext cx="2581975" cy="3314700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pic>
        <p:nvPicPr>
          <p:cNvPr id="36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a40d5b614432b"/>
          <a:srcRect xmlns:a="http://schemas.openxmlformats.org/drawingml/2006/main" l="5428" t="29169" r="50494" b="42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1213" y="1384300"/>
            <a:ext cx="2581975" cy="3314700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pic>
        <p:nvPicPr>
          <p:cNvPr id="3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a40d5b614432b"/>
          <a:srcRect xmlns:a="http://schemas.openxmlformats.org/drawingml/2006/main" l="5428" t="29169" r="50494" b="42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5862" y="1384300"/>
            <a:ext cx="2581975" cy="3314700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pic>
        <p:nvPicPr>
          <p:cNvPr id="38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a40d5b614432b"/>
          <a:srcRect xmlns:a="http://schemas.openxmlformats.org/drawingml/2006/main" l="5428" t="29169" r="50494" b="42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23375" y="1384300"/>
            <a:ext cx="2581975" cy="3314700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sp>
        <p:nvSpPr>
          <p:cNvPr id="24" name="Footer Placeholder 23">
            <a:extLst xmlns:a="http://schemas.openxmlformats.org/drawingml/2006/main">
              <a:ext uri="{FF2B5EF4-FFF2-40B4-BE49-F238E27FC236}">
                <a16:creationId xmlns:a16="http://schemas.microsoft.com/office/drawing/2014/main" id="{C162692F-4232-A31F-B9AD-AFC59611E7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25440207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19</a:t>
            </a:fld>
            <a:endParaRPr/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card layout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cursus.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Nullam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pharetra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mauris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tortor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luctus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cursus.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Nullam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pharetra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mauris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tortor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luctus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cursus.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Nullam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pharetra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mauris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tortor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luctus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cursus.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Nullam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pharetra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mauris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tortor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. In hac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habitasse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platea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dictumst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. Proin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mattis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nibh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risus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Nulla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tempor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elementum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dapibus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. Nam non ante quis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enim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fringilla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 tempus nec in 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lectus</a:t>
            </a: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Gantt chart over time</a:t>
            </a:r>
            <a:endParaRPr/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699" y="1379875"/>
          <a:ext xmlns:a="http://schemas.openxmlformats.org/drawingml/2006/main" cx="11404600" cy="46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614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Lorem ipsum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Lorem ipsum</a:t>
            </a:r>
            <a:endParaRPr sz="15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Lorem ipsum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Lorem ipsum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Lorem ipsum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Lorem ipsum</a:t>
            </a:r>
            <a:endParaRPr sz="15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BC8F87E2-B04B-1BFE-82D7-8CE6386F0C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EA9E153-83B8-4A19-B51B-168B1CABC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04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Calendar grid with milestones</a:t>
            </a:r>
            <a:endParaRPr/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3" cy="540643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29229"/>
                <a:gridCol w="1629229"/>
                <a:gridCol w="1629229"/>
                <a:gridCol w="1629229"/>
                <a:gridCol w="1629229"/>
                <a:gridCol w="1629229"/>
                <a:gridCol w="1629229"/>
              </a:tblGrid>
              <a:tr h="36998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Sunday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Monday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Tuesday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Wednesday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Thursday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Friday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Saturday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B9156D34-582C-9A19-B0E2-990B7DF0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6" y="1696894"/>
            <a:ext cx="1354870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3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DBFBE8C6-452C-D68C-DEA9-67099460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018" y="2719780"/>
            <a:ext cx="1354870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11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23D8C389-0A0C-B787-2C01-CBB896B5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260" y="4742544"/>
            <a:ext cx="1354870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1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C2B3626-5568-581A-0AB2-0F3D729D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735" y="2836696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13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E2FD2E7C-03C8-3690-5B9A-5EA56E8E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476" y="4742543"/>
            <a:ext cx="1354870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15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C4480EB8-BAC8-ED03-F938-3F4A3F09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735" y="2531300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16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8FBBA127-C900-E8A7-9C01-4B7FD6FD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735" y="4861439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17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7782EB6A-8CED-E57F-7734-9AF96696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735" y="4556043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18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E0D0A45-E1BD-8835-3937-F49E6C6E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716" y="4861439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19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00D2388-8141-890B-9B6B-7A2FC5F9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716" y="4556043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2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754EB925-A23E-4F7E-3C28-BEFF83B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924" y="5725954"/>
            <a:ext cx="1412838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21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B4A9A932-6D5A-EEB8-E63A-238ED252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46" y="3840095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2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37552AF0-3EEF-0976-F09F-314A317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46" y="3534699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EA31A1FE-95E6-F4AE-8E61-38FDC469D8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0408480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478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Calendar grid with milestones</a:t>
            </a:r>
            <a:endParaRPr/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0" cy="53501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4996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Monday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Tuesday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Wednesday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Thursday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Friday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1633394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5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2039794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6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246" y="1788470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latin typeface="Helvetica Neue"/>
                <a:ea typeface="Helvetica Neue"/>
                <a:cs typeface="Helvetica Neue"/>
              </a:rPr>
              <a:t>Milestone</a:t>
            </a:r>
            <a:endParaRPr sz="11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4257498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46" y="4257498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14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46" y="5458770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Milestone</a:t>
            </a:r>
          </a:p>
        </p:txBody>
      </p:sp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57FD2268-F836-4E90-8448-6D4F9442FC2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luctus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cursus. 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9B06688D-8AA7-4CA0-ACDF-BAB842512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23</a:t>
            </a:fld>
            <a:endParaRPr/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A81C2CAA-6E0D-4F3F-92F7-E6EBA30A58E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Nulla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tempor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elementum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dapibus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. Nam non ante quis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enim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fringilla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tempus nec in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lectus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9C76BF73-3958-4EEB-BE66-DA917C110B1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Nulla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tempor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elementum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dapibus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. Nam non ante quis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enim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fringilla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tempus nec in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lectus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C9AF2677-F251-4644-AC17-7DED5C3CE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column layout with icons</a:t>
            </a:r>
            <a:endParaRPr/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600B4C17-8565-486C-B284-63387FB4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9242CB7A-35A5-4699-BDF7-A3435576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05E63A95-49A0-4783-9D15-0AA8A70E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30487E6C-E679-F541-4B4C-695C244D809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3643114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August Team Onsite </a:t>
            </a:r>
          </a:p>
          <a:p xmlns:a="http://schemas.openxmlformats.org/drawingml/2006/main">
            <a:r>
              <a:rPr sz="1800"/>
              <a:t>San Francisco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b4b45e4a84e9d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2026-09-09T10:02:24.3020000Z</dcterms:created>
  <dcterms:modified xsi:type="dcterms:W3CDTF">2026-09-09T10:02:24.3020000Z</dcterms:modified>
</coreProperties>
</file>